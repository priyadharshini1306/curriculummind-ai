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CS201 - Curriculum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1: Java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 and data types</a:t>
            </a:r>
          </a:p>
          <a:p>
            <a:r>
              <a:t>Operators</a:t>
            </a:r>
          </a:p>
          <a:p>
            <a:r>
              <a:t>Control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2: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Classes and objects</a:t>
            </a:r>
          </a:p>
          <a:p>
            <a:r>
              <a:t>Inheritance and polymorphism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